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仅修改这一页，其他内容保持不变。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没有真实经营结论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已修改的合成示例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示例金额123.45元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检查范围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可编辑文字与讲者备注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合成修改验收</dc:title>
  <dc:subject>合成修改验收</dc:subject>
  <dc:creator/>
  <cp:lastModifiedBy/>
  <cp:revision>1</cp:revision>
  <dcterms:created xsi:type="dcterms:W3CDTF">2026-10-30T08:34:28Z</dcterms:created>
  <dcterms:modified xsi:type="dcterms:W3CDTF">2026-10-30T08:34:28Z</dcterms:modified>
</cp:coreProperties>
</file>