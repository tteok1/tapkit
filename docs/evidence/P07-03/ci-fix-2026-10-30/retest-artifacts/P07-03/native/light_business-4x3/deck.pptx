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8271F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800" u="none">
                  <a:solidFill>
                    <a:srgbClr val="18271F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47183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28800"/>
            <a:ext cx="2377440" cy="13373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