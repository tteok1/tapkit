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销售额（元）</c:v>
                </c:pt>
              </c:strCache>
            </c:strRef>
          </c:tx>
          <c:spPr>
            <a:solidFill>
              <a:srgbClr val="3F6B53"/>
            </a:solidFill>
            <a:effectLst/>
          </c:spPr>
          <c:invertIfNegative val="0"/>
          <c:dLbls>
            <c:numFmt formatCode="0.00########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8271F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6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7CA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华东</c:v>
                  </c:pt>
                  <c:pt idx="1">
                    <c:v>华南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1.05</c:v>
                </c:pt>
              </c:numCache>
            </c:numRef>
          </c:val>
        </c:ser>
        <c:dLbls>
          <c:numFmt formatCode="0.00########" sourceLinked="0"/>
          <c:txPr>
            <a:bodyPr/>
            <a:lstStyle/>
            <a:p>
              <a:pPr>
                <a:defRPr b="0" i="0" strike="noStrike" sz="1800" u="none">
                  <a:solidFill>
                    <a:srgbClr val="18271F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中文与English混排：围绕已提供数字说明统计口径并保持可编辑文本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示例第3页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7888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示例第4页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720" cy="4114800"/>
        </p:xfrm>
        <a:graphic>
          <a:graphicData uri="http://schemas.openxmlformats.org/drawingml/2006/table">
            <a:tbl>
              <a:tblPr/>
              <a:tblGrid>
                <a:gridCol w="3698240"/>
                <a:gridCol w="3698240"/>
                <a:gridCol w="3698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示例第5页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911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示例第6页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6547104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8640" y="1828800"/>
            <a:ext cx="3169920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示例第7页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示例第8页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7888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示例第9页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720" cy="4114800"/>
        </p:xfrm>
        <a:graphic>
          <a:graphicData uri="http://schemas.openxmlformats.org/drawingml/2006/table">
            <a:tbl>
              <a:tblPr/>
              <a:tblGrid>
                <a:gridCol w="3698240"/>
                <a:gridCol w="3698240"/>
                <a:gridCol w="3698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示例第10页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合成办公示例</dc:title>
  <dc:subject>P07 合成办公示例</dc:subject>
  <dc:creator/>
  <cp:lastModifiedBy/>
  <cp:revision>1</cp:revision>
  <dcterms:created xsi:type="dcterms:W3CDTF">2026-09-15T00:00:00Z</dcterms:created>
  <dcterms:modified xsi:type="dcterms:W3CDTF">2026-09-15T00:00:00Z</dcterms:modified>
</cp:coreProperties>
</file>