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solidFill>
              <a:srgbClr val="3F6B53"/>
            </a:solidFill>
            <a:effectLst/>
          </c:spPr>
          <c:invertIfNegative val="0"/>
          <c:dLbls>
            <c:numFmt formatCode="0.00########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8271F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6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57C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华东</c:v>
                  </c:pt>
                  <c:pt idx="1">
                    <c:v>华南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1.05</c:v>
                </c:pt>
              </c:numCache>
            </c:numRef>
          </c:val>
        </c:ser>
        <c:dLbls>
          <c:numFmt formatCode="0.00########" sourceLinked="0"/>
          <c:txPr>
            <a:bodyPr/>
            <a:lstStyle/>
            <a:p>
              <a:pPr>
                <a:defRPr b="0" i="0" strike="noStrike" sz="1800" u="none">
                  <a:solidFill>
                    <a:srgbClr val="18271F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18271F"/>
                    </a:solidFill>
                    <a:latin typeface="Noto Sans CJK SC"/>
                  </a:defRPr>
                </a:pPr>
                <a:r>
                  <a:rPr sz="1800" b="0" i="0" u="none" strike="noStrike">
                    <a:solidFill>
                      <a:srgbClr val="18271F"/>
                    </a:solidFill>
                    <a:latin typeface="Noto Sans CJK SC"/>
                  </a:rPr>
                  <a:t>地区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18271F"/>
                    </a:solidFill>
                    <a:latin typeface="Noto Sans CJK SC"/>
                  </a:defRPr>
                </a:pPr>
                <a:r>
                  <a:rPr sz="1800" b="0" i="0" u="none" strike="noStrike">
                    <a:solidFill>
                      <a:srgbClr val="18271F"/>
                    </a:solidFill>
                    <a:latin typeface="Noto Sans CJK SC"/>
                  </a:rPr>
                  <a:t>元</a:t>
                </a:r>
              </a:p>
            </c:rich>
          </c:tx>
          <c:layout/>
          <c:overlay val="0"/>
        </c:title>
        <c:numFmt formatCode="0.00########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8271F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无真实经营结论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金额单位元，华东0.70，华南1.05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合成销售示例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84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去重后的合成销售数据，仅用于格式检查</a:t>
            </a:r>
            <a:endParaRPr lang="en-US" sz="2000" dirty="0"/>
          </a:p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示例金额123.45元仅用于文字格式检查，与图表销售额无关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7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地区销售额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4720" cy="0"/>
          </a:xfrm>
          <a:prstGeom prst="line">
            <a:avLst/>
          </a:prstGeom>
          <a:noFill/>
          <a:ln w="15240">
            <a:solidFill>
              <a:srgbClr val="3F6B53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10911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1140440" y="64008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3F6B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合成销售示例</dc:title>
  <dc:subject>合成销售示例</dc:subject>
  <dc:creator/>
  <cp:lastModifiedBy/>
  <cp:revision>1</cp:revision>
  <dcterms:created xsi:type="dcterms:W3CDTF">2026-10-30T08:29:05Z</dcterms:created>
  <dcterms:modified xsi:type="dcterms:W3CDTF">2026-10-30T08:29:05Z</dcterms:modified>
</cp:coreProperties>
</file>