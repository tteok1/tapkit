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A5CF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5CF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8F5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8F5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65471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8640" y="1828800"/>
            <a:ext cx="316992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78880" y="1645920"/>
            <a:ext cx="5364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720" cy="4114800"/>
        </p:xfrm>
        <a:graphic>
          <a:graphicData uri="http://schemas.openxmlformats.org/drawingml/2006/table">
            <a:tbl>
              <a:tblPr/>
              <a:tblGrid>
                <a:gridCol w="3698240"/>
                <a:gridCol w="3698240"/>
                <a:gridCol w="3698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4F8F5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5CF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A5CF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4F8F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5C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