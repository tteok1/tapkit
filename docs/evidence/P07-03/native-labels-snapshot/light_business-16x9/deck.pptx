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销售额（元）</c:v>
                </c:pt>
              </c:strCache>
            </c:strRef>
          </c:tx>
          <c:spPr>
            <a:solidFill>
              <a:srgbClr val="3F6B53"/>
            </a:solidFill>
            <a:effectLst/>
          </c:spPr>
          <c:invertIfNegative val="0"/>
          <c:dLbls>
            <c:numFmt formatCode="0.00########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F6B5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57CA8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华东</c:v>
                  </c:pt>
                  <c:pt idx="1">
                    <c:v>华南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0.7</c:v>
                </c:pt>
                <c:pt idx="1">
                  <c:v>1.05</c:v>
                </c:pt>
              </c:numCache>
            </c:numRef>
          </c:val>
        </c:ser>
        <c:dLbls>
          <c:numFmt formatCode="0.00########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8271F"/>
                </a:solidFill>
                <a:latin typeface="Noto Sans CJK S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0.00########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8271F"/>
                </a:solidFill>
                <a:latin typeface="Noto Sans CJK S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第1页讲者备注：此为合成示例，用于检查格式，不作真实事实承诺。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第2页讲者备注：此为合成示例，用于检查格式，不作真实事实承诺。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第3页讲者备注：此为合成示例，用于检查格式，不作真实事实承诺。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第4页讲者备注：此为合成示例，用于检查格式，不作真实事实承诺。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第5页讲者备注：此为合成示例，用于检查格式，不作真实事实承诺。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第6页讲者备注：此为合成示例，用于检查格式，不作真实事实承诺。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第7页讲者备注：此为合成示例，用于检查格式，不作真实事实承诺。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第8页讲者备注：此为合成示例，用于检查格式，不作真实事实承诺。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第9页讲者备注：此为合成示例，用于检查格式，不作真实事实承诺。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第10页讲者备注：此为合成示例，用于检查格式，不作真实事实承诺。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示例第1页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94720" cy="0"/>
          </a:xfrm>
          <a:prstGeom prst="line">
            <a:avLst/>
          </a:prstGeom>
          <a:noFill/>
          <a:ln w="15240">
            <a:solidFill>
              <a:srgbClr val="3F6B5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645920"/>
            <a:ext cx="1091184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这是合成示例，不代表真实经营结论。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示例金额 123.45 元，目标数值 2026 保持不变。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14044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F6B5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中文与English混排：围绕已提供数字说明统计口径并保持可编辑文本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94720" cy="0"/>
          </a:xfrm>
          <a:prstGeom prst="line">
            <a:avLst/>
          </a:prstGeom>
          <a:noFill/>
          <a:ln w="15240">
            <a:solidFill>
              <a:srgbClr val="3F6B5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645920"/>
            <a:ext cx="1091184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这是合成示例，不代表真实经营结论。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示例金额 123.45 元，目标数值 2026 保持不变。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14044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F6B5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示例第3页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94720" cy="0"/>
          </a:xfrm>
          <a:prstGeom prst="line">
            <a:avLst/>
          </a:prstGeom>
          <a:noFill/>
          <a:ln w="15240">
            <a:solidFill>
              <a:srgbClr val="3F6B5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645920"/>
            <a:ext cx="536448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这是合成示例，不代表真实经营结论。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示例金额 123.45 元，目标数值 2026 保持不变。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278880" y="1645920"/>
            <a:ext cx="536448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Notes 与来源应按实际材料补充。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没有提供的事实不得编造。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14044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F6B5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示例第4页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94720" cy="0"/>
          </a:xfrm>
          <a:prstGeom prst="line">
            <a:avLst/>
          </a:prstGeom>
          <a:noFill/>
          <a:ln w="15240">
            <a:solidFill>
              <a:srgbClr val="3F6B53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4720" cy="4114800"/>
        </p:xfrm>
        <a:graphic>
          <a:graphicData uri="http://schemas.openxmlformats.org/drawingml/2006/table">
            <a:tbl>
              <a:tblPr/>
              <a:tblGrid>
                <a:gridCol w="3698240"/>
                <a:gridCol w="3698240"/>
                <a:gridCol w="3698240"/>
              </a:tblGrid>
              <a:tr h="1371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27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地区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27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金额（元）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27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说明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71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27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华东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27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0.70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27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示例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71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27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华南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27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1.05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27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示例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14044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F6B5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示例第5页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94720" cy="0"/>
          </a:xfrm>
          <a:prstGeom prst="line">
            <a:avLst/>
          </a:prstGeom>
          <a:noFill/>
          <a:ln w="15240">
            <a:solidFill>
              <a:srgbClr val="3F6B53"/>
            </a:solidFill>
            <a:prstDash val="solid"/>
          </a:ln>
        </p:spPr>
      </p:sp>
      <p:graphicFrame>
        <p:nvGraphicFramePr>
          <p:cNvPr id="4" name="Chart 0" descr=""/>
          <p:cNvGraphicFramePr/>
          <p:nvPr/>
        </p:nvGraphicFramePr>
        <p:xfrm>
          <a:off x="640080" y="1645920"/>
          <a:ext cx="109118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1114044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F6B5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示例第6页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94720" cy="0"/>
          </a:xfrm>
          <a:prstGeom prst="line">
            <a:avLst/>
          </a:prstGeom>
          <a:noFill/>
          <a:ln w="15240">
            <a:solidFill>
              <a:srgbClr val="3F6B5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645920"/>
            <a:ext cx="6547104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这是合成示例，不代表真实经营结论。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示例金额 123.45 元，目标数值 2026 保持不变。</a:t>
            </a:r>
            <a:endParaRPr lang="en-US" sz="2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68640" y="1828800"/>
            <a:ext cx="3169920" cy="1783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14044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F6B5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示例第7页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94720" cy="0"/>
          </a:xfrm>
          <a:prstGeom prst="line">
            <a:avLst/>
          </a:prstGeom>
          <a:noFill/>
          <a:ln w="15240">
            <a:solidFill>
              <a:srgbClr val="3F6B5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645920"/>
            <a:ext cx="1091184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这是合成示例，不代表真实经营结论。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示例金额 123.45 元，目标数值 2026 保持不变。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14044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F6B5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示例第8页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94720" cy="0"/>
          </a:xfrm>
          <a:prstGeom prst="line">
            <a:avLst/>
          </a:prstGeom>
          <a:noFill/>
          <a:ln w="15240">
            <a:solidFill>
              <a:srgbClr val="3F6B5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645920"/>
            <a:ext cx="536448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这是合成示例，不代表真实经营结论。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示例金额 123.45 元，目标数值 2026 保持不变。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278880" y="1645920"/>
            <a:ext cx="536448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Notes 与来源应按实际材料补充。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没有提供的事实不得编造。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14044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F6B5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示例第9页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94720" cy="0"/>
          </a:xfrm>
          <a:prstGeom prst="line">
            <a:avLst/>
          </a:prstGeom>
          <a:noFill/>
          <a:ln w="15240">
            <a:solidFill>
              <a:srgbClr val="3F6B53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4720" cy="4114800"/>
        </p:xfrm>
        <a:graphic>
          <a:graphicData uri="http://schemas.openxmlformats.org/drawingml/2006/table">
            <a:tbl>
              <a:tblPr/>
              <a:tblGrid>
                <a:gridCol w="3698240"/>
                <a:gridCol w="3698240"/>
                <a:gridCol w="3698240"/>
              </a:tblGrid>
              <a:tr h="1371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27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地区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27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金额（元）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27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说明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71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27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华东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27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0.70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27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示例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71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27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华南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27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1.05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27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示例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14044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F6B5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示例第10页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94720" cy="0"/>
          </a:xfrm>
          <a:prstGeom prst="line">
            <a:avLst/>
          </a:prstGeom>
          <a:noFill/>
          <a:ln w="15240">
            <a:solidFill>
              <a:srgbClr val="3F6B5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645920"/>
            <a:ext cx="1091184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这是合成示例，不代表真实经营结论。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示例金额 123.45 元，目标数值 2026 保持不变。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14044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F6B5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P07 合成办公示例</dc:title>
  <dc:subject>P07 合成办公示例</dc:subject>
  <dc:creator/>
  <cp:lastModifiedBy/>
  <cp:revision>1</cp:revision>
  <dcterms:created xsi:type="dcterms:W3CDTF">2026-09-15T00:00:00Z</dcterms:created>
  <dcterms:modified xsi:type="dcterms:W3CDTF">2026-09-15T00:00:00Z</dcterms:modified>
</cp:coreProperties>
</file>