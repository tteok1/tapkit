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销售额（元）</c:v>
                </c:pt>
              </c:strCache>
            </c:strRef>
          </c:tx>
          <c:spPr>
            <a:solidFill>
              <a:srgbClr val="3F6B53"/>
            </a:solidFill>
            <a:effectLst/>
          </c:spPr>
          <c:invertIfNegative val="0"/>
          <c:dLbls>
            <c:numFmt formatCode="0.00######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0.00########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第2页讲者备注：此为合成示例，用于检查格式，不作真实事实承诺。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第3页讲者备注：此为合成示例，用于检查格式，不作真实事实承诺。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第5页讲者备注：此为合成示例，用于检查格式，不作真实事实承诺。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第9页讲者备注：此为合成示例，用于检查格式，不作真实事实承诺。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第10页讲者备注：此为合成示例，用于检查格式，不作真实事实承诺。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中文与English混排：围绕已提供数字说明统计口径并保持可编辑文本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示例第3页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示例第4页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41148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示例第5页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示例第6页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4718304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828800"/>
            <a:ext cx="2377440" cy="13373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示例第7页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示例第8页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8404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Notes 与来源应按实际材料补充。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没有提供的事实不得编造。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示例第9页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41148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地区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金额（元）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说明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0.70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华南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827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3F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示例第10页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这是合成示例，不代表真实经营结论。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 123.45 元，目标数值 2026 保持不变。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92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合成办公示例</dc:title>
  <dc:subject>P07 合成办公示例</dc:subject>
  <dc:creator/>
  <cp:lastModifiedBy/>
  <cp:revision>1</cp:revision>
  <dcterms:created xsi:type="dcterms:W3CDTF">2026-09-15T00:00:00Z</dcterms:created>
  <dcterms:modified xsi:type="dcterms:W3CDTF">2026-09-15T00:00:00Z</dcterms:modified>
</cp:coreProperties>
</file>